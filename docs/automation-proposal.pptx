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4D8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645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Data-Driven Test Automation — Proposed Approach &amp; Roadmap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0"/>
          </a:xfrm>
          <a:prstGeom prst="line">
            <a:avLst/>
          </a:prstGeom>
          <a:noFill/>
          <a:ln w="25400">
            <a:solidFill>
              <a:srgbClr val="F0AD4E"/>
            </a:solidFill>
            <a:prstDash val="solid"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4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Data-Driven Test Automation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Approach &amp; Roadmap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Finalised Design: Excel-driven data + Menu-driven execution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68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4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600"/>
              </a:lnSpc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and client observations</a:t>
            </a:r>
            <a:endParaRPr lang="en-US" sz="1500" dirty="0"/>
          </a:p>
          <a:p>
            <a:pPr marL="342900" indent="-342900">
              <a:lnSpc>
                <a:spcPts val="2600"/>
              </a:lnSpc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candidate approaches that were evaluated</a:t>
            </a:r>
            <a:endParaRPr lang="en-US" sz="1500" dirty="0"/>
          </a:p>
          <a:p>
            <a:pPr marL="342900" indent="-342900">
              <a:lnSpc>
                <a:spcPts val="2600"/>
              </a:lnSpc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Finalised approach: Excel + menu-driven runner</a:t>
            </a:r>
            <a:endParaRPr lang="en-US" sz="1500" dirty="0"/>
          </a:p>
          <a:p>
            <a:pPr marL="342900" indent="-342900">
              <a:lnSpc>
                <a:spcPts val="2600"/>
              </a:lnSpc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end-to-end architecture and data flow</a:t>
            </a:r>
            <a:endParaRPr lang="en-US" sz="1500" dirty="0"/>
          </a:p>
          <a:p>
            <a:pPr marL="342900" indent="-342900">
              <a:lnSpc>
                <a:spcPts val="2600"/>
              </a:lnSpc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implementation roadmap with phases and timelines</a:t>
            </a:r>
            <a:endParaRPr lang="en-US" sz="1500" dirty="0"/>
          </a:p>
          <a:p>
            <a:pPr marL="342900" indent="-342900">
              <a:lnSpc>
                <a:spcPts val="2600"/>
              </a:lnSpc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workbook, FlowConfig sheet and code snippets</a:t>
            </a:r>
            <a:endParaRPr lang="en-US" sz="1500" dirty="0"/>
          </a:p>
          <a:p>
            <a:pPr marL="342900" indent="-342900">
              <a:lnSpc>
                <a:spcPts val="2600"/>
              </a:lnSpc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dictionary, shared-state rules and validation</a:t>
            </a:r>
            <a:endParaRPr lang="en-US" sz="1500" dirty="0"/>
          </a:p>
          <a:p>
            <a:pPr marL="342900" indent="-342900">
              <a:lnSpc>
                <a:spcPts val="2600"/>
              </a:lnSpc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Benefits, risks, mitigation and next steps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68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4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&amp; Client Observations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600"/>
              </a:lnSpc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Finacle automation suite is functionally stable and all flows are currently running correctly.</a:t>
            </a:r>
            <a:endParaRPr lang="en-US" sz="1500" dirty="0"/>
          </a:p>
          <a:p>
            <a:pPr marL="342900" indent="-342900">
              <a:lnSpc>
                <a:spcPts val="2600"/>
              </a:lnSpc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Switching between flows requires re-pointing the runner to the correct data file.</a:t>
            </a:r>
            <a:endParaRPr lang="en-US" sz="1500" dirty="0"/>
          </a:p>
          <a:p>
            <a:pPr marL="342900" indent="-342900">
              <a:lnSpc>
                <a:spcPts val="2600"/>
              </a:lnSpc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data files create ambiguity about which source to use.</a:t>
            </a:r>
            <a:endParaRPr lang="en-US" sz="1500" dirty="0"/>
          </a:p>
          <a:p>
            <a:pPr marL="342900" indent="-342900">
              <a:lnSpc>
                <a:spcPts val="2600"/>
              </a:lnSpc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business user with no JSON/TypeScript knowledge cannot maintain the suite today.</a:t>
            </a:r>
            <a:endParaRPr lang="en-US" sz="1500" dirty="0"/>
          </a:p>
          <a:p>
            <a:pPr marL="342900" indent="-342900">
              <a:lnSpc>
                <a:spcPts val="2600"/>
              </a:lnSpc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script files must remain untouched; only data and execution configuration should change.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68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4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600"/>
              </a:lnSpc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model is script-centric: flow logic is hard-coded in runOrdered.js.</a:t>
            </a:r>
            <a:endParaRPr lang="en-US" sz="1500" dirty="0"/>
          </a:p>
          <a:p>
            <a:pPr marL="342900" indent="-342900">
              <a:lnSpc>
                <a:spcPts val="2600"/>
              </a:lnSpc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is scattered across common-data.json and several per-flow JSON files.</a:t>
            </a:r>
            <a:endParaRPr lang="en-US" sz="1500" dirty="0"/>
          </a:p>
          <a:p>
            <a:pPr marL="342900" indent="-342900">
              <a:lnSpc>
                <a:spcPts val="2600"/>
              </a:lnSpc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new flow risks another change to the runner and the specs.</a:t>
            </a:r>
            <a:endParaRPr lang="en-US" sz="1500" dirty="0"/>
          </a:p>
          <a:p>
            <a:pPr marL="342900" indent="-342900">
              <a:lnSpc>
                <a:spcPts val="2600"/>
              </a:lnSpc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needs a self-service model where they can run any flow by picking from a menu.</a:t>
            </a:r>
            <a:endParaRPr lang="en-US" sz="1500" dirty="0"/>
          </a:p>
          <a:p>
            <a:pPr marL="342900" indent="-342900">
              <a:lnSpc>
                <a:spcPts val="2600"/>
              </a:lnSpc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team should be able to modify data in Excel without asking the automation team.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68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4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Objectives</a:t>
            </a:r>
            <a:endParaRPr lang="en-US" sz="2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8229600" cy="41148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Objective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 it matters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D8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Scripts stay intact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After the one-time refactor, .spec.ts files and the runner never change for a new flow.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Single source of truth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workbook makes it obvious which data belongs to which step.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Business-user ready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Excel is familiar and needs no coding knowledge.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Easy execution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Menu or batch files remove the need to remember commands.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Maintainable &amp; traceable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changes live in one workbook; logs show the flow and step data used.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68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4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 Comparison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8229600" cy="41148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10287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Approach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it works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for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Verdict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D8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A. Central JSON + Flow Config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common-data.json + a flow-config.json with data keys per step.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Technical teams who prefer Git diffs and JSON.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Rejected — requires JSON editing.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B. Excel + FlowConfig sheet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Single test-data.xlsx with data sheets and a FlowConfig sheet that drives the runner.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users comfortable with Excel.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Selected.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C. Hybrid JSON manifest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Keep common-data.json and enrich testOrder.json with data keys.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Teams wanting the smallest change from today.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Rejected — still JSON.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4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Finalised Approach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1A4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+ Menu-Driven Runner</a:t>
            </a:r>
            <a:endParaRPr lang="en-US" sz="3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68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4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Finalised Approach — Key Principles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600"/>
              </a:lnSpc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test data and flow declarations move into one Excel workbook.</a:t>
            </a:r>
            <a:endParaRPr lang="en-US" sz="1500" dirty="0"/>
          </a:p>
          <a:p>
            <a:pPr marL="342900" indent="-342900">
              <a:lnSpc>
                <a:spcPts val="2600"/>
              </a:lnSpc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FlowConfig sheet lists every flow, step number, spec path and data row id.</a:t>
            </a:r>
            <a:endParaRPr lang="en-US" sz="1500" dirty="0"/>
          </a:p>
          <a:p>
            <a:pPr marL="342900" indent="-342900">
              <a:lnSpc>
                <a:spcPts val="2600"/>
              </a:lnSpc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generic runner reads the FlowConfig, resolves data and passes it to the spec.</a:t>
            </a:r>
            <a:endParaRPr lang="en-US" sz="1500" dirty="0"/>
          </a:p>
          <a:p>
            <a:pPr marL="342900" indent="-342900">
              <a:lnSpc>
                <a:spcPts val="2600"/>
              </a:lnSpc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spec consumes data through a shared dataManager helper.</a:t>
            </a:r>
            <a:endParaRPr lang="en-US" sz="1500" dirty="0"/>
          </a:p>
          <a:p>
            <a:pPr marL="342900" indent="-342900">
              <a:lnSpc>
                <a:spcPts val="2600"/>
              </a:lnSpc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business user selects a flow from a menu or double-clicks a batch file.</a:t>
            </a:r>
            <a:endParaRPr lang="en-US" sz="1500" dirty="0"/>
          </a:p>
          <a:p>
            <a:pPr marL="342900" indent="-342900">
              <a:lnSpc>
                <a:spcPts val="2600"/>
              </a:lnSpc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flows are added by editing Excel only — no code changes.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68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4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Overview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A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Layer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663440" y="14630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A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Layer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39319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data/test-data.xlsx</a:t>
            </a:r>
            <a:endParaRPr lang="en-US" sz="13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FlowConfig sheet</a:t>
            </a:r>
            <a:endParaRPr lang="en-US" sz="13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data sheets</a:t>
            </a:r>
            <a:endParaRPr lang="en-US" sz="13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workbook = one source of truth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663440" y="1874520"/>
            <a:ext cx="40233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runOrdered.js (generic runner)</a:t>
            </a:r>
            <a:endParaRPr lang="en-US" sz="13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parser (xlsx package)</a:t>
            </a:r>
            <a:endParaRPr lang="en-US" sz="13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dataManager.ts helper</a:t>
            </a:r>
            <a:endParaRPr lang="en-US" sz="13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Playwright .spec.ts files</a:t>
            </a:r>
            <a:endParaRPr lang="en-US" sz="13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 / batch wrappers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68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4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Responsibilities</a:t>
            </a:r>
            <a:endParaRPr lang="en-US" sz="2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8229600" cy="41148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5878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Component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Responsibility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D8F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data/test-data.xlsx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Holds all data including the FlowConfig sheet and one data sheet per domain.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FlowConfig sheet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Lists every flow, step number, spec, data sheet, row id, enabled flag and shared-state rules.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scripts/runOrdered.js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Generic. Reads the flow, resolves each step data, runs Playwright specs one by one.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tests/helpers/dataManager.ts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Single helper used by all specs to read the current step data.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scripts/runFlowMenu.js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Interactive menu that lists flows from FlowConfig and calls runOrdered.js.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Batch files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Optional double-click shortcuts such as run-flow6.bat for non-technical users.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68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4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Flow — Step by Step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600"/>
              </a:lnSpc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selects a flow from the menu or double-clicks a batch file.</a:t>
            </a:r>
            <a:endParaRPr lang="en-US" sz="1500" dirty="0"/>
          </a:p>
          <a:p>
            <a:pPr marL="342900" indent="-342900">
              <a:lnSpc>
                <a:spcPts val="2600"/>
              </a:lnSpc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runOrdered.js opens test-data.xlsx and reads the FlowConfig rows for that flow.</a:t>
            </a:r>
            <a:endParaRPr lang="en-US" sz="1500" dirty="0"/>
          </a:p>
          <a:p>
            <a:pPr marL="342900" indent="-342900">
              <a:lnSpc>
                <a:spcPts val="2600"/>
              </a:lnSpc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enabled step, the runner reads the requested data sheet and row.</a:t>
            </a:r>
            <a:endParaRPr lang="en-US" sz="1500" dirty="0"/>
          </a:p>
          <a:p>
            <a:pPr marL="342900" indent="-342900">
              <a:lnSpc>
                <a:spcPts val="2600"/>
              </a:lnSpc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data is written to a temporary file or exposed via environment variables.</a:t>
            </a:r>
            <a:endParaRPr lang="en-US" sz="1500" dirty="0"/>
          </a:p>
          <a:p>
            <a:pPr marL="342900" indent="-342900">
              <a:lnSpc>
                <a:spcPts val="2600"/>
              </a:lnSpc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Playwright spec reads the data through the dataManager.ts helper.</a:t>
            </a:r>
            <a:endParaRPr lang="en-US" sz="1500" dirty="0"/>
          </a:p>
          <a:p>
            <a:pPr marL="342900" indent="-342900">
              <a:lnSpc>
                <a:spcPts val="2600"/>
              </a:lnSpc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state (e.g. created account id) is saved and re-injected into later steps as configured.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68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4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Workbook Sheet Design</a:t>
            </a:r>
            <a:endParaRPr lang="en-US" sz="2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8229600" cy="41148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Sheet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Purpose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D8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FlowConfig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List of flows, step order, spec path, data sheet/row, enabled, shared state in/out.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Credentials, default customer, SOL/CCY, default dispatch mode.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Savings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Scheme, SOL, initial funding, dispatch mode, related-party values.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account scheme, funding HTM rows, modification flags.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Payment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Debit account, BIC, bank code, branch code, charge option, amount, currency.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Loans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Loan amount, scheme, repayment account, collateral links.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TermDeposit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GL sub-head, period, amount, repayment account.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Collateral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Lodgement, linkage and unlinking data.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68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4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FlowConfig Sheet — Example</a:t>
            </a:r>
            <a:endParaRPr lang="en-US" sz="2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8229600" cy="4114800"/>
        </p:xfrm>
        <a:graphic>
          <a:graphicData uri="http://schemas.openxmlformats.org/drawingml/2006/table">
            <a:tbl>
              <a:tblPr/>
              <a:tblGrid>
                <a:gridCol w="1028700"/>
                <a:gridCol w="1028700"/>
                <a:gridCol w="1028700"/>
                <a:gridCol w="1028700"/>
                <a:gridCol w="1028700"/>
                <a:gridCol w="1028700"/>
                <a:gridCol w="1028700"/>
                <a:gridCol w="1028700"/>
              </a:tblGrid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flowName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dataSheet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dataRowId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enabled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stateOut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D8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flow7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savingsaccountcreation.spec.ts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Savings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flow7-create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accountId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flow7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savingsaccountcreationverify.spec.ts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Savings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flow7-verify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accountId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flow7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accountfundingsavingsaccount.spec.ts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Payment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flow7-fund-1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accountId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flow7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transfermaintainenceverification.spec.ts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Payment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flow7-fund-1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accountId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68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4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Dictionary (More Detail)</a:t>
            </a:r>
            <a:endParaRPr lang="en-US" sz="2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8229600" cy="41148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Field / Entity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Sheet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Example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Purpose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D8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credentials.username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finacletest1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Maker login for creation steps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verifierCredentials.username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finacletest5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Checker / verifier login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cifCode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0005000599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Customer to use for existing-CIF flows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schemeCode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Savings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SVREG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Scheme selected on savings account creation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solId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Savings/Current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 / SOL where account is opened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dispatchMode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Savings/Current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email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Statement dispatch mode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debitAccount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Payment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7010003820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Account debited for a payment order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beneficiaryAccountId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Payment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010247526001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Beneficiary account for the transfer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paymentMethod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Payment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SWIFT / BCBBM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Payment channel used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chargeOption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Payment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Who bears the charges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accountId (shared)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SharedState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created in step 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Passed from creation to verification / funding steps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68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4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Shared-State Contract</a:t>
            </a:r>
            <a:endParaRPr lang="en-US" sz="2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8229600" cy="41148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Concept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it is implemented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D8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Purpose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Allow a value created in one step to be used in a later step without hard-coding.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When a spec creates an entity it writes the key value to data/shared-state.json.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Consumption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runner reads the FlowConfig stateIn column and injects the value into the step data.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Example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flow7 step 1 creates accountId; step 3 (funding) receives accountId as the credit account.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Every stateOut key must match a stateIn key in a later step unless it is only logged.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68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4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 Runner Responsibilities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600"/>
              </a:lnSpc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 a flow name from command line or the menu wrapper.</a:t>
            </a:r>
            <a:endParaRPr lang="en-US" sz="1500" dirty="0"/>
          </a:p>
          <a:p>
            <a:pPr marL="342900" indent="-342900">
              <a:lnSpc>
                <a:spcPts val="2600"/>
              </a:lnSpc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the FlowConfig sheet and sort steps by step number.</a:t>
            </a:r>
            <a:endParaRPr lang="en-US" sz="1500" dirty="0"/>
          </a:p>
          <a:p>
            <a:pPr marL="342900" indent="-342900">
              <a:lnSpc>
                <a:spcPts val="2600"/>
              </a:lnSpc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 steps where enabled = FALSE.</a:t>
            </a:r>
            <a:endParaRPr lang="en-US" sz="1500" dirty="0"/>
          </a:p>
          <a:p>
            <a:pPr marL="342900" indent="-342900">
              <a:lnSpc>
                <a:spcPts val="2600"/>
              </a:lnSpc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enabled step, resolve the data sheet and row id.</a:t>
            </a:r>
            <a:endParaRPr lang="en-US" sz="1500" dirty="0"/>
          </a:p>
          <a:p>
            <a:pPr marL="342900" indent="-342900">
              <a:lnSpc>
                <a:spcPts val="2600"/>
              </a:lnSpc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 any shared-state values specified in stateIn.</a:t>
            </a:r>
            <a:endParaRPr lang="en-US" sz="1500" dirty="0"/>
          </a:p>
          <a:p>
            <a:pPr marL="342900" indent="-342900">
              <a:lnSpc>
                <a:spcPts val="2600"/>
              </a:lnSpc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resolved data to a temporary step file or environment variables.</a:t>
            </a:r>
            <a:endParaRPr lang="en-US" sz="1500" dirty="0"/>
          </a:p>
          <a:p>
            <a:pPr marL="342900" indent="-342900">
              <a:lnSpc>
                <a:spcPts val="2600"/>
              </a:lnSpc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Playwright spec with --workers=1.</a:t>
            </a:r>
            <a:endParaRPr lang="en-US" sz="1500" dirty="0"/>
          </a:p>
          <a:p>
            <a:pPr marL="342900" indent="-342900">
              <a:lnSpc>
                <a:spcPts val="2600"/>
              </a:lnSpc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any stateOut values produced by the spec.</a:t>
            </a:r>
            <a:endParaRPr lang="en-US" sz="1500" dirty="0"/>
          </a:p>
          <a:p>
            <a:pPr marL="342900" indent="-342900">
              <a:lnSpc>
                <a:spcPts val="2600"/>
              </a:lnSpc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 until the flow ends or a spec fails.</a:t>
            </a:r>
            <a:endParaRPr lang="en-US" sz="1500" dirty="0"/>
          </a:p>
          <a:p>
            <a:pPr marL="342900" indent="-342900">
              <a:lnSpc>
                <a:spcPts val="2600"/>
              </a:lnSpc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the flow name, step number and data row used for traceability.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68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4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 Using the Data Helper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508760"/>
            <a:ext cx="8229600" cy="3931920"/>
          </a:xfrm>
          <a:prstGeom prst="rect">
            <a:avLst/>
          </a:prstGeom>
          <a:solidFill>
            <a:srgbClr val="F4F6F8"/>
          </a:solidFill>
          <a:ln/>
        </p:spPr>
        <p:txBody>
          <a:bodyPr wrap="square" lIns="182880" tIns="182880" rIns="182880" bIns="18288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tests/Finacle/savingsaccount/savingsaccountcreation.spec.ts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test } from '@playwright/test';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getStepData } from '../../helpers/dataManager';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test('create savings account', async ({ page }) =&gt; 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data = getStepData();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data.schemeCode, data.solId, data.ccy, data.dispatchMode ...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All values came from the Excel row selected by the runner.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68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4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Wrappers — Menu &amp; Batch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600"/>
              </a:lnSpc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A: npm run test-menu — opens an interactive numbered menu.</a:t>
            </a:r>
            <a:endParaRPr lang="en-US" sz="1500" dirty="0"/>
          </a:p>
          <a:p>
            <a:pPr marL="342900" indent="-342900">
              <a:lnSpc>
                <a:spcPts val="2600"/>
              </a:lnSpc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B: npm run test-flow -- flow6 — one-line command for any flow.</a:t>
            </a:r>
            <a:endParaRPr lang="en-US" sz="1500" dirty="0"/>
          </a:p>
          <a:p>
            <a:pPr marL="342900" indent="-342900">
              <a:lnSpc>
                <a:spcPts val="2600"/>
              </a:lnSpc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C: run-flow6.bat, run-flow7.bat etc. — double-click shortcuts for non-technical users.</a:t>
            </a:r>
            <a:endParaRPr lang="en-US" sz="1500" dirty="0"/>
          </a:p>
          <a:p>
            <a:pPr marL="342900" indent="-342900">
              <a:lnSpc>
                <a:spcPts val="2600"/>
              </a:lnSpc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D: CI mode — node scripts/runOrdered.js &lt;flowName&gt; with CI=true for headless runs.</a:t>
            </a:r>
            <a:endParaRPr lang="en-US" sz="1500" dirty="0"/>
          </a:p>
          <a:p>
            <a:pPr marL="342900" indent="-342900">
              <a:lnSpc>
                <a:spcPts val="2600"/>
              </a:lnSpc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business user never needs to open package.json, testOrder.json or the .spec.ts files.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68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4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 Runner Skeleton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508760"/>
            <a:ext cx="8229600" cy="3931920"/>
          </a:xfrm>
          <a:prstGeom prst="rect">
            <a:avLst/>
          </a:prstGeom>
          <a:solidFill>
            <a:srgbClr val="F4F6F8"/>
          </a:solidFill>
          <a:ln/>
        </p:spPr>
        <p:txBody>
          <a:bodyPr wrap="square" lIns="182880" tIns="182880" rIns="182880" bIns="18288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scripts/runFlowMenu.js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readline = require('readline');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{ execSync } = require('child_process');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{ getFlowNames } = require('./excelLoader');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flows = getFlowNames('data/test-data.xlsx');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console.log('Available flows:');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flows.forEach((f, i) =&gt; console.log(`${i + 1}. ${f}`));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rl = readline.createInterface({ input: process.stdin, output: process.stdout });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rl.question('Pick a flow: ', (answer) =&gt; 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idx = parseInt(answer, 10) - 1;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(flows[idx]) 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execSync(`node scripts/runOrdered.js ${flows[idx]}`, { stdio: 'inherit' });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else { console.log('Invalid choice.'); }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rl.close();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4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Implementation Roadmap</a:t>
            </a:r>
            <a:endParaRPr lang="en-US" sz="3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68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4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— Phases 1 to 3</a:t>
            </a:r>
            <a:endParaRPr lang="en-US" sz="22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8229600" cy="41148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10287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Duration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deliverable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D8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Data inventory &amp; workbook design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2–3 days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Automation lead + BA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Approved test-data.xlsx skeleton with all sheets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 Excel loader &amp; data helper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3–4 days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Automation lead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scripts/excelLoader.js + tests/helpers/dataManager.ts passing smoke tests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 Generic runner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3–5 days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Automation lead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runOrdered.js reading FlowConfig and running any flow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68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4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— Phases 4 to 7</a:t>
            </a:r>
            <a:endParaRPr lang="en-US" sz="22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8229600" cy="41148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Duration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deliverable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D8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 Spec refactor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4–6 days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Automation lead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.spec.ts files using dataManager.ts, no flow-specific env variables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 Migration of existing flows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3–4 days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Automation lead + QA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current flows running from Excel data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 Execution wrappers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days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Automation lead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Menu, generic npm script and optional batch files tested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 Validation &amp; handover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2–3 days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Automation lead + Client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 demonstrates adding a flow from Excel only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68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4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Checklist (More Detail)</a:t>
            </a:r>
            <a:endParaRPr lang="en-US" sz="22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8229600" cy="41148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D8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List every field currently in common-data.json and per-flow JSON files.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Map each field to one workbook sheet and one row id.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Workbook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Protect sheet/column names with a validation script.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Runner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Remove getFlow6StepEnv and getFlow7StepEnv from runOrdered.js.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Runner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 shared-state read/write between steps.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Replace direct env reads with getStepData() calls.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Package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Update npm scripts to test-menu and test-flow.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Write a 1-page Excel user guide for the client.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Cleanup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Remove old JSON data files after final sign-off.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68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4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Workbook Validation Rules</a:t>
            </a:r>
            <a:endParaRPr lang="en-US" sz="22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8229600" cy="41148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5878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Rationale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D8F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Sheet and column names must not change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runner and the specs depend on exact names.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Every dataRowId must be unique within its sheet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Prevents the runner from loading the wrong row.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FlowConfig step numbers must be sequential per flow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Guarantees the correct execution order.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stateOut keys must be created before they are consumed by stateIn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Catches missing shared-state links at validation time.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enabled flag supports TRUE / FALSE only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Avoids ambiguity in whether a step runs.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Empty required fields must be marked N/A, not blank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Lets the validation script distinguish missing data from empty values.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68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4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 of the Finalised Approach</a:t>
            </a:r>
            <a:endParaRPr lang="en-US" sz="22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8229600" cy="41148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5878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Benefit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Impact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D8F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No-code data changes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users maintain the suite without coding.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Single workbook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Removes confusion over which file to edit.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Flow composition in one place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FlowConfig is the only authority for test ordering.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Reusable specs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same .spec.ts can run in many flows by changing the data row.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One-click execution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Menu and batch files make running tests as simple as opening a file.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Stable scripts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Script files are protected from accidental changes by business users.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68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4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&amp; Mitigation</a:t>
            </a:r>
            <a:endParaRPr lang="en-US" sz="22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8229600" cy="41148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5878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Mitigation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D8F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Excel is binary and hard to diff in Git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Keep a changelog sheet; use CSV snapshots for major releases.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user may rename a column/sheet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 a pre-run validation script that checks names and stops with a clear error.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Shared-state logic becomes complex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Document the stateIn / stateOut contract and provide templates.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Initial refactor touches every spec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Migrate domain by domain; keep old JSON until sign-off.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Large workbook may become slow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Split into multiple workbooks by domain only if needed; current volume fits one workbook.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Multiple users editing the file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 shared drive check-in/check-out or a simple version naming convention.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68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4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600"/>
              </a:lnSpc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the workbook domain split (Common, Savings, Current, Payment, Loans, Term Deposit, Collateral).</a:t>
            </a:r>
            <a:endParaRPr lang="en-US" sz="1500" dirty="0"/>
          </a:p>
          <a:p>
            <a:pPr marL="342900" indent="-342900">
              <a:lnSpc>
                <a:spcPts val="2600"/>
              </a:lnSpc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the FlowConfig sheet columns and shared-state rules.</a:t>
            </a:r>
            <a:endParaRPr lang="en-US" sz="1500" dirty="0"/>
          </a:p>
          <a:p>
            <a:pPr marL="342900" indent="-342900">
              <a:lnSpc>
                <a:spcPts val="2600"/>
              </a:lnSpc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the business user who will own the Excel workbook.</a:t>
            </a:r>
            <a:endParaRPr lang="en-US" sz="1500" dirty="0"/>
          </a:p>
          <a:p>
            <a:pPr marL="342900" indent="-342900">
              <a:lnSpc>
                <a:spcPts val="2600"/>
              </a:lnSpc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Phase 1 (data inventory) and gather all current data files.</a:t>
            </a:r>
            <a:endParaRPr lang="en-US" sz="1500" dirty="0"/>
          </a:p>
          <a:p>
            <a:pPr marL="342900" indent="-342900">
              <a:lnSpc>
                <a:spcPts val="2600"/>
              </a:lnSpc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 implementation after approval of this plan.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4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Next Discussion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Clarien Bank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Data-driven test automation approach and roadmap</dc:subject>
  <dc:creator>Clarien Automation Team</dc:creator>
  <cp:lastModifiedBy>Clarien Automation Team</cp:lastModifiedBy>
  <cp:revision>1</cp:revision>
  <dcterms:created xsi:type="dcterms:W3CDTF">2026-10-06T18:02:50Z</dcterms:created>
  <dcterms:modified xsi:type="dcterms:W3CDTF">2026-10-06T18:02:50Z</dcterms:modified>
</cp:coreProperties>
</file>